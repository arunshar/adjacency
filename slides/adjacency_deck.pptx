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design lineage. Spatial Atlas turns uncertain perception into typed scene state, then checks it before execution. Adjacency applies the same discipline to brand-safety policy. The model proposes. Deterministic code decides whether the proposal is admissible.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control is useful, not a straw man. The baseline gets the same advertiser prose. The gap is representational. Keywords cannot express carve-outs, and they cannot inspect an image region.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Advertiser prose becomes a hashed policy only after source-span admission. Inventory reaches a cost-gated judge. Every verdict crosses deterministic gates. The same prose also creates the keyword baseline. Their delivery dispositions become the Autopsy columns, and REVIEW enters a human queue.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why the system is not just a prompt. Each clause has an exact source span. The compiled artifact is stable and diffable. The baseline is generated from the exact same prose, which keeps the comparison honest.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longer on over-blocks. Under-blocks are familiar safety failures. Over-blocks are safe inventory a lexical filter withheld, which makes this a revenue and trust story. The counter is a demo input and should be described that 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core line: the model is allowed to be wrong, but it is not allowed to be wrong silently. G1 recomputes the cited span. When it fails, deterministic code changes the delivery disposition and records the reason.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seeded faults. All injected structural failures were caught and clean controls stayed clean. Then show why the raw prompt is not enough. One identical-input run had a 68 percent grounding failure rate, and the two runs disagreed on action for 2 percent of items. Every row names the file.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draw this as a gentle cascade. The middle tier only caught a narrow residual. The honest shape is free deterministic routing, then a jump to high reasoning for media and uncertainty. The artifact contains the exact counts and unrounded cost.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trust. The durable review round-trip is real, but the demo never depends on Temporal. The product path is also deliberately staged. Start with read-only evidence, run shadow evaluation, and activate policy clauses only after independent labels support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